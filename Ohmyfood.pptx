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274125-DA2A-48B6-93E9-C099524FDCB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44418F3-0D1F-431A-9453-352C139952C1}">
      <dgm:prSet/>
      <dgm:spPr/>
      <dgm:t>
        <a:bodyPr/>
        <a:lstStyle/>
        <a:p>
          <a:r>
            <a:rPr lang="fr-FR"/>
            <a:t>HTML</a:t>
          </a:r>
          <a:endParaRPr lang="en-US"/>
        </a:p>
      </dgm:t>
    </dgm:pt>
    <dgm:pt modelId="{09A02C53-7876-49F7-BB0E-ECA0743E66D4}" type="parTrans" cxnId="{1040A798-435C-45F3-9D33-58084E9B731F}">
      <dgm:prSet/>
      <dgm:spPr/>
      <dgm:t>
        <a:bodyPr/>
        <a:lstStyle/>
        <a:p>
          <a:endParaRPr lang="en-US"/>
        </a:p>
      </dgm:t>
    </dgm:pt>
    <dgm:pt modelId="{1D1B2D85-C7E9-4862-BBE7-2AFD8DCDB707}" type="sibTrans" cxnId="{1040A798-435C-45F3-9D33-58084E9B731F}">
      <dgm:prSet/>
      <dgm:spPr/>
      <dgm:t>
        <a:bodyPr/>
        <a:lstStyle/>
        <a:p>
          <a:endParaRPr lang="en-US"/>
        </a:p>
      </dgm:t>
    </dgm:pt>
    <dgm:pt modelId="{86AEAD40-1498-4E09-9B24-127C14BBB9A7}">
      <dgm:prSet/>
      <dgm:spPr/>
      <dgm:t>
        <a:bodyPr/>
        <a:lstStyle/>
        <a:p>
          <a:r>
            <a:rPr lang="fr-FR"/>
            <a:t>CSS</a:t>
          </a:r>
          <a:endParaRPr lang="en-US"/>
        </a:p>
      </dgm:t>
    </dgm:pt>
    <dgm:pt modelId="{B9B8CCC7-8A56-4DF8-9A93-E767BD0D4837}" type="parTrans" cxnId="{BC3E84C6-C258-4B05-9B23-01FD784A7C13}">
      <dgm:prSet/>
      <dgm:spPr/>
      <dgm:t>
        <a:bodyPr/>
        <a:lstStyle/>
        <a:p>
          <a:endParaRPr lang="en-US"/>
        </a:p>
      </dgm:t>
    </dgm:pt>
    <dgm:pt modelId="{2E8F8A98-A58E-4B28-B2B3-425E616B5534}" type="sibTrans" cxnId="{BC3E84C6-C258-4B05-9B23-01FD784A7C13}">
      <dgm:prSet/>
      <dgm:spPr/>
      <dgm:t>
        <a:bodyPr/>
        <a:lstStyle/>
        <a:p>
          <a:endParaRPr lang="en-US"/>
        </a:p>
      </dgm:t>
    </dgm:pt>
    <dgm:pt modelId="{1F46899E-9E58-4C7C-B16C-57FE676FBAE8}">
      <dgm:prSet/>
      <dgm:spPr/>
      <dgm:t>
        <a:bodyPr/>
        <a:lstStyle/>
        <a:p>
          <a:r>
            <a:rPr lang="fr-FR"/>
            <a:t>SASS</a:t>
          </a:r>
          <a:endParaRPr lang="en-US"/>
        </a:p>
      </dgm:t>
    </dgm:pt>
    <dgm:pt modelId="{93227874-F82D-41E8-96E7-047216787ED6}" type="parTrans" cxnId="{8DC63F51-1A00-481C-BFFA-B18D535C1216}">
      <dgm:prSet/>
      <dgm:spPr/>
      <dgm:t>
        <a:bodyPr/>
        <a:lstStyle/>
        <a:p>
          <a:endParaRPr lang="en-US"/>
        </a:p>
      </dgm:t>
    </dgm:pt>
    <dgm:pt modelId="{950089DB-402E-4F60-A35C-39FF9591C638}" type="sibTrans" cxnId="{8DC63F51-1A00-481C-BFFA-B18D535C1216}">
      <dgm:prSet/>
      <dgm:spPr/>
      <dgm:t>
        <a:bodyPr/>
        <a:lstStyle/>
        <a:p>
          <a:endParaRPr lang="en-US"/>
        </a:p>
      </dgm:t>
    </dgm:pt>
    <dgm:pt modelId="{2230167E-8359-4410-A0D7-467ED534AAF2}" type="pres">
      <dgm:prSet presAssocID="{82274125-DA2A-48B6-93E9-C099524FDCBE}" presName="linear" presStyleCnt="0">
        <dgm:presLayoutVars>
          <dgm:animLvl val="lvl"/>
          <dgm:resizeHandles val="exact"/>
        </dgm:presLayoutVars>
      </dgm:prSet>
      <dgm:spPr/>
    </dgm:pt>
    <dgm:pt modelId="{10EA95A7-229A-4210-89D3-E991E539F993}" type="pres">
      <dgm:prSet presAssocID="{244418F3-0D1F-431A-9453-352C139952C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871DC8-8125-4BC3-9AF5-49941830BCC7}" type="pres">
      <dgm:prSet presAssocID="{1D1B2D85-C7E9-4862-BBE7-2AFD8DCDB707}" presName="spacer" presStyleCnt="0"/>
      <dgm:spPr/>
    </dgm:pt>
    <dgm:pt modelId="{A2620DAB-5CDF-4BA8-AC8D-EF4803EAF39E}" type="pres">
      <dgm:prSet presAssocID="{86AEAD40-1498-4E09-9B24-127C14BBB9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F7E435-C369-4C48-B515-FDD475AE0A47}" type="pres">
      <dgm:prSet presAssocID="{2E8F8A98-A58E-4B28-B2B3-425E616B5534}" presName="spacer" presStyleCnt="0"/>
      <dgm:spPr/>
    </dgm:pt>
    <dgm:pt modelId="{54D7FD02-32D2-466C-99F0-7335A19A62ED}" type="pres">
      <dgm:prSet presAssocID="{1F46899E-9E58-4C7C-B16C-57FE676FBA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4EE7826-B508-472C-8CD7-C5EDCE40A075}" type="presOf" srcId="{86AEAD40-1498-4E09-9B24-127C14BBB9A7}" destId="{A2620DAB-5CDF-4BA8-AC8D-EF4803EAF39E}" srcOrd="0" destOrd="0" presId="urn:microsoft.com/office/officeart/2005/8/layout/vList2"/>
    <dgm:cxn modelId="{8DC63F51-1A00-481C-BFFA-B18D535C1216}" srcId="{82274125-DA2A-48B6-93E9-C099524FDCBE}" destId="{1F46899E-9E58-4C7C-B16C-57FE676FBAE8}" srcOrd="2" destOrd="0" parTransId="{93227874-F82D-41E8-96E7-047216787ED6}" sibTransId="{950089DB-402E-4F60-A35C-39FF9591C638}"/>
    <dgm:cxn modelId="{1040A798-435C-45F3-9D33-58084E9B731F}" srcId="{82274125-DA2A-48B6-93E9-C099524FDCBE}" destId="{244418F3-0D1F-431A-9453-352C139952C1}" srcOrd="0" destOrd="0" parTransId="{09A02C53-7876-49F7-BB0E-ECA0743E66D4}" sibTransId="{1D1B2D85-C7E9-4862-BBE7-2AFD8DCDB707}"/>
    <dgm:cxn modelId="{9B0D1DA8-E061-46C5-9722-4229F05A2A89}" type="presOf" srcId="{82274125-DA2A-48B6-93E9-C099524FDCBE}" destId="{2230167E-8359-4410-A0D7-467ED534AAF2}" srcOrd="0" destOrd="0" presId="urn:microsoft.com/office/officeart/2005/8/layout/vList2"/>
    <dgm:cxn modelId="{BC3E84C6-C258-4B05-9B23-01FD784A7C13}" srcId="{82274125-DA2A-48B6-93E9-C099524FDCBE}" destId="{86AEAD40-1498-4E09-9B24-127C14BBB9A7}" srcOrd="1" destOrd="0" parTransId="{B9B8CCC7-8A56-4DF8-9A93-E767BD0D4837}" sibTransId="{2E8F8A98-A58E-4B28-B2B3-425E616B5534}"/>
    <dgm:cxn modelId="{5D7CBFD6-5AF9-439E-8203-1C2278D02543}" type="presOf" srcId="{244418F3-0D1F-431A-9453-352C139952C1}" destId="{10EA95A7-229A-4210-89D3-E991E539F993}" srcOrd="0" destOrd="0" presId="urn:microsoft.com/office/officeart/2005/8/layout/vList2"/>
    <dgm:cxn modelId="{39EAFFD8-8D7A-449B-A602-18A75C18C769}" type="presOf" srcId="{1F46899E-9E58-4C7C-B16C-57FE676FBAE8}" destId="{54D7FD02-32D2-466C-99F0-7335A19A62ED}" srcOrd="0" destOrd="0" presId="urn:microsoft.com/office/officeart/2005/8/layout/vList2"/>
    <dgm:cxn modelId="{5EF1E3FC-52C1-4F79-9A92-1F5BBB13F88C}" type="presParOf" srcId="{2230167E-8359-4410-A0D7-467ED534AAF2}" destId="{10EA95A7-229A-4210-89D3-E991E539F993}" srcOrd="0" destOrd="0" presId="urn:microsoft.com/office/officeart/2005/8/layout/vList2"/>
    <dgm:cxn modelId="{61A32DE4-5EFC-4FE4-BD21-1A1B4E02398D}" type="presParOf" srcId="{2230167E-8359-4410-A0D7-467ED534AAF2}" destId="{1B871DC8-8125-4BC3-9AF5-49941830BCC7}" srcOrd="1" destOrd="0" presId="urn:microsoft.com/office/officeart/2005/8/layout/vList2"/>
    <dgm:cxn modelId="{4534EB45-FE15-48C8-A7D8-2C6D5AF553CF}" type="presParOf" srcId="{2230167E-8359-4410-A0D7-467ED534AAF2}" destId="{A2620DAB-5CDF-4BA8-AC8D-EF4803EAF39E}" srcOrd="2" destOrd="0" presId="urn:microsoft.com/office/officeart/2005/8/layout/vList2"/>
    <dgm:cxn modelId="{48CB8945-7DA5-4590-AD63-0124E7F14A3C}" type="presParOf" srcId="{2230167E-8359-4410-A0D7-467ED534AAF2}" destId="{16F7E435-C369-4C48-B515-FDD475AE0A47}" srcOrd="3" destOrd="0" presId="urn:microsoft.com/office/officeart/2005/8/layout/vList2"/>
    <dgm:cxn modelId="{5AB76929-F37D-4D3E-90D2-E90AA3C01E90}" type="presParOf" srcId="{2230167E-8359-4410-A0D7-467ED534AAF2}" destId="{54D7FD02-32D2-466C-99F0-7335A19A62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E1371F-2AF9-41DE-8DDD-1F0F05C812E9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91F287F-6802-430F-B7C2-A672567D030E}">
      <dgm:prSet/>
      <dgm:spPr/>
      <dgm:t>
        <a:bodyPr/>
        <a:lstStyle/>
        <a:p>
          <a:r>
            <a:rPr lang="fr-FR" b="0" i="0"/>
            <a:t>Découper ma maquette avec les balises sémantiques</a:t>
          </a:r>
          <a:endParaRPr lang="en-US"/>
        </a:p>
      </dgm:t>
    </dgm:pt>
    <dgm:pt modelId="{EF463613-F43D-43FA-AC62-7D6E1002614B}" type="parTrans" cxnId="{9D82B5CB-76FD-42D7-AB33-F2E0685AD384}">
      <dgm:prSet/>
      <dgm:spPr/>
      <dgm:t>
        <a:bodyPr/>
        <a:lstStyle/>
        <a:p>
          <a:endParaRPr lang="en-US"/>
        </a:p>
      </dgm:t>
    </dgm:pt>
    <dgm:pt modelId="{23B900FA-51E3-4E02-A45A-0F13E1511F69}" type="sibTrans" cxnId="{9D82B5CB-76FD-42D7-AB33-F2E0685AD384}">
      <dgm:prSet/>
      <dgm:spPr/>
      <dgm:t>
        <a:bodyPr/>
        <a:lstStyle/>
        <a:p>
          <a:endParaRPr lang="en-US"/>
        </a:p>
      </dgm:t>
    </dgm:pt>
    <dgm:pt modelId="{7B46B729-1BB0-4D96-8D23-CFC7BB09EE7B}">
      <dgm:prSet/>
      <dgm:spPr/>
      <dgm:t>
        <a:bodyPr/>
        <a:lstStyle/>
        <a:p>
          <a:r>
            <a:rPr lang="fr-FR" b="0" i="0"/>
            <a:t>Commencer le mobile-first</a:t>
          </a:r>
          <a:endParaRPr lang="en-US"/>
        </a:p>
      </dgm:t>
    </dgm:pt>
    <dgm:pt modelId="{77FE420C-8B40-4124-B521-ABA0A8C9E83C}" type="parTrans" cxnId="{8D9CA4A1-5F43-4905-AB54-9CBA110737EE}">
      <dgm:prSet/>
      <dgm:spPr/>
      <dgm:t>
        <a:bodyPr/>
        <a:lstStyle/>
        <a:p>
          <a:endParaRPr lang="en-US"/>
        </a:p>
      </dgm:t>
    </dgm:pt>
    <dgm:pt modelId="{76837023-4F4C-4FB9-849B-4D983F1B74AB}" type="sibTrans" cxnId="{8D9CA4A1-5F43-4905-AB54-9CBA110737EE}">
      <dgm:prSet/>
      <dgm:spPr/>
      <dgm:t>
        <a:bodyPr/>
        <a:lstStyle/>
        <a:p>
          <a:endParaRPr lang="en-US"/>
        </a:p>
      </dgm:t>
    </dgm:pt>
    <dgm:pt modelId="{EDE000C1-52E9-4441-808B-78944E6966FE}">
      <dgm:prSet/>
      <dgm:spPr/>
      <dgm:t>
        <a:bodyPr/>
        <a:lstStyle/>
        <a:p>
          <a:r>
            <a:rPr lang="fr-FR" b="0" i="0"/>
            <a:t>Ajout du CSS après chaque section faite</a:t>
          </a:r>
          <a:endParaRPr lang="en-US"/>
        </a:p>
      </dgm:t>
    </dgm:pt>
    <dgm:pt modelId="{4674CDDE-58EE-430F-91FC-98BBA29A95B8}" type="parTrans" cxnId="{194A4707-BB3B-4940-833F-D447FDCADB77}">
      <dgm:prSet/>
      <dgm:spPr/>
      <dgm:t>
        <a:bodyPr/>
        <a:lstStyle/>
        <a:p>
          <a:endParaRPr lang="en-US"/>
        </a:p>
      </dgm:t>
    </dgm:pt>
    <dgm:pt modelId="{FA93FE5C-3733-4003-8C48-89A7FF44DAC5}" type="sibTrans" cxnId="{194A4707-BB3B-4940-833F-D447FDCADB77}">
      <dgm:prSet/>
      <dgm:spPr/>
      <dgm:t>
        <a:bodyPr/>
        <a:lstStyle/>
        <a:p>
          <a:endParaRPr lang="en-US"/>
        </a:p>
      </dgm:t>
    </dgm:pt>
    <dgm:pt modelId="{8DBED53C-9F74-4B44-B1CF-9FDB25D348D3}" type="pres">
      <dgm:prSet presAssocID="{86E1371F-2AF9-41DE-8DDD-1F0F05C812E9}" presName="outerComposite" presStyleCnt="0">
        <dgm:presLayoutVars>
          <dgm:chMax val="5"/>
          <dgm:dir/>
          <dgm:resizeHandles val="exact"/>
        </dgm:presLayoutVars>
      </dgm:prSet>
      <dgm:spPr/>
    </dgm:pt>
    <dgm:pt modelId="{8D76A86A-C470-47C0-B070-70B868E0731D}" type="pres">
      <dgm:prSet presAssocID="{86E1371F-2AF9-41DE-8DDD-1F0F05C812E9}" presName="dummyMaxCanvas" presStyleCnt="0">
        <dgm:presLayoutVars/>
      </dgm:prSet>
      <dgm:spPr/>
    </dgm:pt>
    <dgm:pt modelId="{A3986E78-23A4-4D8D-ADBE-FF764037FDF1}" type="pres">
      <dgm:prSet presAssocID="{86E1371F-2AF9-41DE-8DDD-1F0F05C812E9}" presName="ThreeNodes_1" presStyleLbl="node1" presStyleIdx="0" presStyleCnt="3">
        <dgm:presLayoutVars>
          <dgm:bulletEnabled val="1"/>
        </dgm:presLayoutVars>
      </dgm:prSet>
      <dgm:spPr/>
    </dgm:pt>
    <dgm:pt modelId="{A83509D7-2DFC-4A3A-BD03-0B4AACB1F067}" type="pres">
      <dgm:prSet presAssocID="{86E1371F-2AF9-41DE-8DDD-1F0F05C812E9}" presName="ThreeNodes_2" presStyleLbl="node1" presStyleIdx="1" presStyleCnt="3">
        <dgm:presLayoutVars>
          <dgm:bulletEnabled val="1"/>
        </dgm:presLayoutVars>
      </dgm:prSet>
      <dgm:spPr/>
    </dgm:pt>
    <dgm:pt modelId="{E5136B5F-D637-4712-B8EE-F710F1F70B63}" type="pres">
      <dgm:prSet presAssocID="{86E1371F-2AF9-41DE-8DDD-1F0F05C812E9}" presName="ThreeNodes_3" presStyleLbl="node1" presStyleIdx="2" presStyleCnt="3">
        <dgm:presLayoutVars>
          <dgm:bulletEnabled val="1"/>
        </dgm:presLayoutVars>
      </dgm:prSet>
      <dgm:spPr/>
    </dgm:pt>
    <dgm:pt modelId="{AA01EAEE-3F5C-4A68-B760-E3D07909CF08}" type="pres">
      <dgm:prSet presAssocID="{86E1371F-2AF9-41DE-8DDD-1F0F05C812E9}" presName="ThreeConn_1-2" presStyleLbl="fgAccFollowNode1" presStyleIdx="0" presStyleCnt="2">
        <dgm:presLayoutVars>
          <dgm:bulletEnabled val="1"/>
        </dgm:presLayoutVars>
      </dgm:prSet>
      <dgm:spPr/>
    </dgm:pt>
    <dgm:pt modelId="{FFD59743-2B5F-42BC-8961-164E93D9768B}" type="pres">
      <dgm:prSet presAssocID="{86E1371F-2AF9-41DE-8DDD-1F0F05C812E9}" presName="ThreeConn_2-3" presStyleLbl="fgAccFollowNode1" presStyleIdx="1" presStyleCnt="2">
        <dgm:presLayoutVars>
          <dgm:bulletEnabled val="1"/>
        </dgm:presLayoutVars>
      </dgm:prSet>
      <dgm:spPr/>
    </dgm:pt>
    <dgm:pt modelId="{F3924DDB-A74E-4AAE-BD4C-7EE7801DB92B}" type="pres">
      <dgm:prSet presAssocID="{86E1371F-2AF9-41DE-8DDD-1F0F05C812E9}" presName="ThreeNodes_1_text" presStyleLbl="node1" presStyleIdx="2" presStyleCnt="3">
        <dgm:presLayoutVars>
          <dgm:bulletEnabled val="1"/>
        </dgm:presLayoutVars>
      </dgm:prSet>
      <dgm:spPr/>
    </dgm:pt>
    <dgm:pt modelId="{5675A711-50D3-4E00-9B5D-9A57D1DC6D59}" type="pres">
      <dgm:prSet presAssocID="{86E1371F-2AF9-41DE-8DDD-1F0F05C812E9}" presName="ThreeNodes_2_text" presStyleLbl="node1" presStyleIdx="2" presStyleCnt="3">
        <dgm:presLayoutVars>
          <dgm:bulletEnabled val="1"/>
        </dgm:presLayoutVars>
      </dgm:prSet>
      <dgm:spPr/>
    </dgm:pt>
    <dgm:pt modelId="{89713FE1-40ED-472E-9D51-F0C356653CC3}" type="pres">
      <dgm:prSet presAssocID="{86E1371F-2AF9-41DE-8DDD-1F0F05C812E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567D700-9C70-4BA9-970D-13C18055143F}" type="presOf" srcId="{7B46B729-1BB0-4D96-8D23-CFC7BB09EE7B}" destId="{5675A711-50D3-4E00-9B5D-9A57D1DC6D59}" srcOrd="1" destOrd="0" presId="urn:microsoft.com/office/officeart/2005/8/layout/vProcess5"/>
    <dgm:cxn modelId="{729AB305-CA21-4A9E-8E41-82B358AFA244}" type="presOf" srcId="{23B900FA-51E3-4E02-A45A-0F13E1511F69}" destId="{AA01EAEE-3F5C-4A68-B760-E3D07909CF08}" srcOrd="0" destOrd="0" presId="urn:microsoft.com/office/officeart/2005/8/layout/vProcess5"/>
    <dgm:cxn modelId="{194A4707-BB3B-4940-833F-D447FDCADB77}" srcId="{86E1371F-2AF9-41DE-8DDD-1F0F05C812E9}" destId="{EDE000C1-52E9-4441-808B-78944E6966FE}" srcOrd="2" destOrd="0" parTransId="{4674CDDE-58EE-430F-91FC-98BBA29A95B8}" sibTransId="{FA93FE5C-3733-4003-8C48-89A7FF44DAC5}"/>
    <dgm:cxn modelId="{8E15750B-8741-40DA-B8D5-7AE74C882696}" type="presOf" srcId="{EDE000C1-52E9-4441-808B-78944E6966FE}" destId="{E5136B5F-D637-4712-B8EE-F710F1F70B63}" srcOrd="0" destOrd="0" presId="urn:microsoft.com/office/officeart/2005/8/layout/vProcess5"/>
    <dgm:cxn modelId="{22B7123B-3470-44EB-B2EC-056C15C71FAC}" type="presOf" srcId="{7B46B729-1BB0-4D96-8D23-CFC7BB09EE7B}" destId="{A83509D7-2DFC-4A3A-BD03-0B4AACB1F067}" srcOrd="0" destOrd="0" presId="urn:microsoft.com/office/officeart/2005/8/layout/vProcess5"/>
    <dgm:cxn modelId="{7A90C46B-369A-4299-80A2-673E83868F30}" type="presOf" srcId="{86E1371F-2AF9-41DE-8DDD-1F0F05C812E9}" destId="{8DBED53C-9F74-4B44-B1CF-9FDB25D348D3}" srcOrd="0" destOrd="0" presId="urn:microsoft.com/office/officeart/2005/8/layout/vProcess5"/>
    <dgm:cxn modelId="{5B0B6385-0CBA-4846-B734-72991B9F4B4A}" type="presOf" srcId="{B91F287F-6802-430F-B7C2-A672567D030E}" destId="{A3986E78-23A4-4D8D-ADBE-FF764037FDF1}" srcOrd="0" destOrd="0" presId="urn:microsoft.com/office/officeart/2005/8/layout/vProcess5"/>
    <dgm:cxn modelId="{8D9CA4A1-5F43-4905-AB54-9CBA110737EE}" srcId="{86E1371F-2AF9-41DE-8DDD-1F0F05C812E9}" destId="{7B46B729-1BB0-4D96-8D23-CFC7BB09EE7B}" srcOrd="1" destOrd="0" parTransId="{77FE420C-8B40-4124-B521-ABA0A8C9E83C}" sibTransId="{76837023-4F4C-4FB9-849B-4D983F1B74AB}"/>
    <dgm:cxn modelId="{92CEF6A5-646C-412A-A58B-F60FDAEC4EF0}" type="presOf" srcId="{76837023-4F4C-4FB9-849B-4D983F1B74AB}" destId="{FFD59743-2B5F-42BC-8961-164E93D9768B}" srcOrd="0" destOrd="0" presId="urn:microsoft.com/office/officeart/2005/8/layout/vProcess5"/>
    <dgm:cxn modelId="{9D82B5CB-76FD-42D7-AB33-F2E0685AD384}" srcId="{86E1371F-2AF9-41DE-8DDD-1F0F05C812E9}" destId="{B91F287F-6802-430F-B7C2-A672567D030E}" srcOrd="0" destOrd="0" parTransId="{EF463613-F43D-43FA-AC62-7D6E1002614B}" sibTransId="{23B900FA-51E3-4E02-A45A-0F13E1511F69}"/>
    <dgm:cxn modelId="{798C6FFA-BC9B-4346-B1C1-4441132EBCCE}" type="presOf" srcId="{B91F287F-6802-430F-B7C2-A672567D030E}" destId="{F3924DDB-A74E-4AAE-BD4C-7EE7801DB92B}" srcOrd="1" destOrd="0" presId="urn:microsoft.com/office/officeart/2005/8/layout/vProcess5"/>
    <dgm:cxn modelId="{E0BC7CFB-F482-4DA4-BC86-2CF9E4C48557}" type="presOf" srcId="{EDE000C1-52E9-4441-808B-78944E6966FE}" destId="{89713FE1-40ED-472E-9D51-F0C356653CC3}" srcOrd="1" destOrd="0" presId="urn:microsoft.com/office/officeart/2005/8/layout/vProcess5"/>
    <dgm:cxn modelId="{B7AC1E0D-64C0-435A-A0B2-3512EA922457}" type="presParOf" srcId="{8DBED53C-9F74-4B44-B1CF-9FDB25D348D3}" destId="{8D76A86A-C470-47C0-B070-70B868E0731D}" srcOrd="0" destOrd="0" presId="urn:microsoft.com/office/officeart/2005/8/layout/vProcess5"/>
    <dgm:cxn modelId="{6CD8F44D-E545-48EA-84CC-9DF26FA783D8}" type="presParOf" srcId="{8DBED53C-9F74-4B44-B1CF-9FDB25D348D3}" destId="{A3986E78-23A4-4D8D-ADBE-FF764037FDF1}" srcOrd="1" destOrd="0" presId="urn:microsoft.com/office/officeart/2005/8/layout/vProcess5"/>
    <dgm:cxn modelId="{21106332-9DD8-4DFF-B6C0-F1940CA7D058}" type="presParOf" srcId="{8DBED53C-9F74-4B44-B1CF-9FDB25D348D3}" destId="{A83509D7-2DFC-4A3A-BD03-0B4AACB1F067}" srcOrd="2" destOrd="0" presId="urn:microsoft.com/office/officeart/2005/8/layout/vProcess5"/>
    <dgm:cxn modelId="{00EC5317-3A4C-45DD-8E78-940FEBCA1A7A}" type="presParOf" srcId="{8DBED53C-9F74-4B44-B1CF-9FDB25D348D3}" destId="{E5136B5F-D637-4712-B8EE-F710F1F70B63}" srcOrd="3" destOrd="0" presId="urn:microsoft.com/office/officeart/2005/8/layout/vProcess5"/>
    <dgm:cxn modelId="{7619792B-F0D5-480E-9706-3E5F64945D85}" type="presParOf" srcId="{8DBED53C-9F74-4B44-B1CF-9FDB25D348D3}" destId="{AA01EAEE-3F5C-4A68-B760-E3D07909CF08}" srcOrd="4" destOrd="0" presId="urn:microsoft.com/office/officeart/2005/8/layout/vProcess5"/>
    <dgm:cxn modelId="{C0B3CFC8-D05D-475F-8DA3-9B5F12435B93}" type="presParOf" srcId="{8DBED53C-9F74-4B44-B1CF-9FDB25D348D3}" destId="{FFD59743-2B5F-42BC-8961-164E93D9768B}" srcOrd="5" destOrd="0" presId="urn:microsoft.com/office/officeart/2005/8/layout/vProcess5"/>
    <dgm:cxn modelId="{B53A7361-3F01-43A3-899A-7C2022BEFA59}" type="presParOf" srcId="{8DBED53C-9F74-4B44-B1CF-9FDB25D348D3}" destId="{F3924DDB-A74E-4AAE-BD4C-7EE7801DB92B}" srcOrd="6" destOrd="0" presId="urn:microsoft.com/office/officeart/2005/8/layout/vProcess5"/>
    <dgm:cxn modelId="{E8B11F64-F27D-4E7E-84BD-69666EA2CF46}" type="presParOf" srcId="{8DBED53C-9F74-4B44-B1CF-9FDB25D348D3}" destId="{5675A711-50D3-4E00-9B5D-9A57D1DC6D59}" srcOrd="7" destOrd="0" presId="urn:microsoft.com/office/officeart/2005/8/layout/vProcess5"/>
    <dgm:cxn modelId="{063B38FD-AEC3-4882-90FF-E1631E779846}" type="presParOf" srcId="{8DBED53C-9F74-4B44-B1CF-9FDB25D348D3}" destId="{89713FE1-40ED-472E-9D51-F0C356653CC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A95A7-229A-4210-89D3-E991E539F993}">
      <dsp:nvSpPr>
        <dsp:cNvPr id="0" name=""/>
        <dsp:cNvSpPr/>
      </dsp:nvSpPr>
      <dsp:spPr>
        <a:xfrm>
          <a:off x="0" y="239629"/>
          <a:ext cx="6291714" cy="15590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HTML</a:t>
          </a:r>
          <a:endParaRPr lang="en-US" sz="6500" kern="1200"/>
        </a:p>
      </dsp:txBody>
      <dsp:txXfrm>
        <a:off x="76105" y="315734"/>
        <a:ext cx="6139504" cy="1406815"/>
      </dsp:txXfrm>
    </dsp:sp>
    <dsp:sp modelId="{A2620DAB-5CDF-4BA8-AC8D-EF4803EAF39E}">
      <dsp:nvSpPr>
        <dsp:cNvPr id="0" name=""/>
        <dsp:cNvSpPr/>
      </dsp:nvSpPr>
      <dsp:spPr>
        <a:xfrm>
          <a:off x="0" y="1985855"/>
          <a:ext cx="6291714" cy="1559025"/>
        </a:xfrm>
        <a:prstGeom prst="roundRect">
          <a:avLst/>
        </a:prstGeom>
        <a:solidFill>
          <a:schemeClr val="accent5">
            <a:hueOff val="-3933945"/>
            <a:satOff val="10618"/>
            <a:lumOff val="12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CSS</a:t>
          </a:r>
          <a:endParaRPr lang="en-US" sz="6500" kern="1200"/>
        </a:p>
      </dsp:txBody>
      <dsp:txXfrm>
        <a:off x="76105" y="2061960"/>
        <a:ext cx="6139504" cy="1406815"/>
      </dsp:txXfrm>
    </dsp:sp>
    <dsp:sp modelId="{54D7FD02-32D2-466C-99F0-7335A19A62ED}">
      <dsp:nvSpPr>
        <dsp:cNvPr id="0" name=""/>
        <dsp:cNvSpPr/>
      </dsp:nvSpPr>
      <dsp:spPr>
        <a:xfrm>
          <a:off x="0" y="3732080"/>
          <a:ext cx="6291714" cy="1559025"/>
        </a:xfrm>
        <a:prstGeom prst="roundRect">
          <a:avLst/>
        </a:prstGeom>
        <a:solidFill>
          <a:schemeClr val="accent5">
            <a:hueOff val="-7867891"/>
            <a:satOff val="21236"/>
            <a:lumOff val="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500" kern="1200"/>
            <a:t>SASS</a:t>
          </a:r>
          <a:endParaRPr lang="en-US" sz="6500" kern="1200"/>
        </a:p>
      </dsp:txBody>
      <dsp:txXfrm>
        <a:off x="76105" y="3808185"/>
        <a:ext cx="6139504" cy="14068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86E78-23A4-4D8D-ADBE-FF764037FDF1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0" i="0" kern="1200"/>
            <a:t>Découper ma maquette avec les balises sémantiques</a:t>
          </a:r>
          <a:endParaRPr lang="en-US" sz="3400" kern="1200"/>
        </a:p>
      </dsp:txBody>
      <dsp:txXfrm>
        <a:off x="38234" y="38234"/>
        <a:ext cx="7529629" cy="1228933"/>
      </dsp:txXfrm>
    </dsp:sp>
    <dsp:sp modelId="{A83509D7-2DFC-4A3A-BD03-0B4AACB1F067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0" i="0" kern="1200"/>
            <a:t>Commencer le mobile-first</a:t>
          </a:r>
          <a:endParaRPr lang="en-US" sz="3400" kern="1200"/>
        </a:p>
      </dsp:txBody>
      <dsp:txXfrm>
        <a:off x="826903" y="1561202"/>
        <a:ext cx="7224611" cy="1228933"/>
      </dsp:txXfrm>
    </dsp:sp>
    <dsp:sp modelId="{E5136B5F-D637-4712-B8EE-F710F1F70B63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b="0" i="0" kern="1200"/>
            <a:t>Ajout du CSS après chaque section faite</a:t>
          </a:r>
          <a:endParaRPr lang="en-US" sz="3400" kern="1200"/>
        </a:p>
      </dsp:txBody>
      <dsp:txXfrm>
        <a:off x="1615573" y="3084170"/>
        <a:ext cx="7224611" cy="1228933"/>
      </dsp:txXfrm>
    </dsp:sp>
    <dsp:sp modelId="{AA01EAEE-3F5C-4A68-B760-E3D07909CF08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FFD59743-2B5F-42BC-8961-164E93D9768B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04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775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4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83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33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4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41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1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06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81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3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10/17/2022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0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E1025-FB85-8294-8CD2-47B9D5DE81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5000"/>
          </a:blip>
          <a:srcRect t="10106" b="1010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6027A6-D16E-1C89-49EE-342F80278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139925"/>
          </a:xfrm>
        </p:spPr>
        <p:txBody>
          <a:bodyPr>
            <a:normAutofit/>
          </a:bodyPr>
          <a:lstStyle/>
          <a:p>
            <a:r>
              <a:rPr lang="fr-FR" dirty="0" err="1"/>
              <a:t>Ohmyfood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A10053-A91B-3C7C-8C02-9EC0EEABA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>
            <a:normAutofit/>
          </a:bodyPr>
          <a:lstStyle/>
          <a:p>
            <a:r>
              <a:rPr lang="fr-FR" dirty="0"/>
              <a:t>Commandez votre repas en ligne</a:t>
            </a:r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293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807CC9-0AB1-5959-6D0A-35393A23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Objectifs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23347-9280-43E3-025E-17E343235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fr-FR" b="0" i="0" dirty="0">
                <a:effectLst/>
                <a:latin typeface="RalewayRegular"/>
              </a:rPr>
              <a:t>Développer un site web en mobile-first</a:t>
            </a:r>
          </a:p>
          <a:p>
            <a:r>
              <a:rPr lang="fr-FR" b="0" i="0" dirty="0">
                <a:effectLst/>
                <a:latin typeface="RalewayRegular"/>
              </a:rPr>
              <a:t>Sur tablette et desktop, le site sera responsive</a:t>
            </a:r>
          </a:p>
          <a:p>
            <a:r>
              <a:rPr lang="fr-FR" b="0" i="0" dirty="0">
                <a:effectLst/>
                <a:latin typeface="RalewayRegular"/>
              </a:rPr>
              <a:t>Les pages devront passer la validation W3C en HTML et CSS sans erreur</a:t>
            </a:r>
          </a:p>
          <a:p>
            <a:r>
              <a:rPr lang="fr-FR" b="0" i="0" dirty="0">
                <a:effectLst/>
                <a:latin typeface="RalewayRegular"/>
              </a:rPr>
              <a:t>Le site doit être parfaitement compatible avec les dernières versions desktop de Chrome et Firefox</a:t>
            </a:r>
          </a:p>
          <a:p>
            <a:endParaRPr lang="fr-FR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19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464498-196A-CAD5-07D5-F77A07B9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fr-FR" sz="3400">
                <a:solidFill>
                  <a:srgbClr val="FFFFFF"/>
                </a:solidFill>
              </a:rPr>
              <a:t>Technologies utilisées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DF02159-E1C2-7F88-F805-D4BC7D352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379374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260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978258-A706-A335-6AC0-62104445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i="0">
                <a:effectLst/>
                <a:latin typeface="RalewayRegular"/>
              </a:rPr>
              <a:t>Animation CSS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8C951B-418A-2459-16D5-3505E7D28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400" b="0" i="0">
                <a:effectLst/>
                <a:latin typeface="RalewayRegular"/>
              </a:rPr>
              <a:t>CSS permet l'animation d'éléments HTML sans utiliser JavaScript ou Flash!</a:t>
            </a:r>
          </a:p>
          <a:p>
            <a:endParaRPr lang="fr-FR" sz="2400"/>
          </a:p>
        </p:txBody>
      </p:sp>
      <p:pic>
        <p:nvPicPr>
          <p:cNvPr id="5" name="Image 4" descr="Une image contenant texte&#10;&#10;Description générée automatiquement">
            <a:extLst>
              <a:ext uri="{FF2B5EF4-FFF2-40B4-BE49-F238E27FC236}">
                <a16:creationId xmlns:a16="http://schemas.microsoft.com/office/drawing/2014/main" id="{5E53B4A5-A4CA-1CEB-148A-67C63C2EF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509" y="2922928"/>
            <a:ext cx="4221597" cy="3419301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1973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875CB8F-7EE3-26E8-581B-997B4CC5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fr-FR" b="0" i="0">
                <a:solidFill>
                  <a:srgbClr val="FFFFFF"/>
                </a:solidFill>
                <a:effectLst/>
                <a:latin typeface="RalewayRegular"/>
              </a:rPr>
              <a:t>Conception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A8F24BFE-46E2-91E0-DD34-ACF809464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127112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61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B2A9F9-8157-A199-3569-9ADEE9B0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Test </a:t>
            </a:r>
            <a:r>
              <a:rPr lang="en-US" sz="6000" b="0" i="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en</a:t>
            </a:r>
            <a:r>
              <a:rPr lang="en-US" sz="60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direct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B50E9D-D641-924A-C767-0C6CD1D79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732" y="3800209"/>
            <a:ext cx="5130798" cy="23070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Visionnez</a:t>
            </a:r>
            <a:r>
              <a:rPr 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avec </a:t>
            </a:r>
            <a:r>
              <a:rPr lang="en-US" sz="24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moi</a:t>
            </a:r>
            <a:r>
              <a:rPr 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 site web</a:t>
            </a:r>
          </a:p>
        </p:txBody>
      </p:sp>
      <p:pic>
        <p:nvPicPr>
          <p:cNvPr id="7" name="Graphic 6" descr="Ordinateur portable">
            <a:extLst>
              <a:ext uri="{FF2B5EF4-FFF2-40B4-BE49-F238E27FC236}">
                <a16:creationId xmlns:a16="http://schemas.microsoft.com/office/drawing/2014/main" id="{B34A061B-5EF2-3157-BEBA-29CC8CF07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03808"/>
            <a:ext cx="5850384" cy="5850384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29789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AnalogousFromLightSeedRightStep">
      <a:dk1>
        <a:srgbClr val="000000"/>
      </a:dk1>
      <a:lt1>
        <a:srgbClr val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95</Words>
  <Application>Microsoft Office PowerPoint</Application>
  <PresentationFormat>Grand écran</PresentationFormat>
  <Paragraphs>19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Aharoni</vt:lpstr>
      <vt:lpstr>Arial</vt:lpstr>
      <vt:lpstr>Avenir Next LT Pro</vt:lpstr>
      <vt:lpstr>Calibri</vt:lpstr>
      <vt:lpstr>RalewayRegular</vt:lpstr>
      <vt:lpstr>ShapesVTI</vt:lpstr>
      <vt:lpstr>Ohmyfood</vt:lpstr>
      <vt:lpstr>Objectifs</vt:lpstr>
      <vt:lpstr>Technologies utilisées</vt:lpstr>
      <vt:lpstr>Animation CSS</vt:lpstr>
      <vt:lpstr>Conception</vt:lpstr>
      <vt:lpstr>Test en direct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Ohmyfood</dc:title>
  <dc:creator>Lucas Jaubert</dc:creator>
  <cp:lastModifiedBy>Lucas Jaubert</cp:lastModifiedBy>
  <cp:revision>2</cp:revision>
  <dcterms:created xsi:type="dcterms:W3CDTF">2022-10-17T09:46:47Z</dcterms:created>
  <dcterms:modified xsi:type="dcterms:W3CDTF">2022-10-18T06:49:29Z</dcterms:modified>
</cp:coreProperties>
</file>